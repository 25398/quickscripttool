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 xml:space="preserve">幻灯片标题</a:t>
            </a:r>
          </a:p>
          <a:p>
            <a:r>
              <a:t xml:space="preserve">要点一</a:t>
            </a:r>
          </a:p>
          <a:p>
            <a:r>
              <a:t xml:space="preserve">要点二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 xml:space="preserve">Second Slide</a:t>
            </a:r>
          </a:p>
          <a:p>
            <a:r>
              <a:t xml:space="preserve">Only one line</a:t>
            </a:r>
          </a:p>
        </p:txBody>
      </p:sp>
    </p:spTree>
  </p:cSld>
  <p:clrMapOvr>
    <a:masterClrMapping/>
  </p:clrMapOvr>
</p:sld>
</file>