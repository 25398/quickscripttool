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D96A1-30B5-4D4F-9754-1F9251C19BF8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85C5F-3866-449E-A485-A67767F0E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057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speaker note here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85C5F-3866-449E-A485-A67767F0E35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229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18530D-D2D7-5670-D358-DEC4AF5D2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F90BAF-80F7-C19F-7C0F-99384B079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1C8EB4-656C-F439-7F70-5E1D00AB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8ED02-E978-1C24-37B5-5F67E277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61556B-4A8F-97D6-7FD6-F47801B0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556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2C296-DC7D-4B08-E57E-AA26A0D3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75B128-CF0D-8F35-319D-9D861342D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25FD86-9046-5136-11BE-26644A1E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8AEA25-08F1-1143-1A11-C2CAFE225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921FBF-5947-7E26-B0B0-A037F5D8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15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640DA-AF4B-590F-1B2F-726B49F2B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9421FE-9F11-21F6-4925-35C756601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E8082D-0DC2-B547-028B-AA46F11C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DF1011-2336-2050-DF8C-4891369C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799A3B-9D20-06C5-707D-3D8EE6BB1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7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9A3AB3-5C90-9F01-5845-01624E3E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0F5D5D-531D-E32D-7CB2-C35ABBF96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15F72B-DDD7-3A58-6613-E4FF9A33B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975FC1-707F-75E4-1DFF-30AD12BF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84C549-80A4-9890-5BF7-1DC30211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DDDDAB-69AD-97EC-8A59-5766B098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8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0D082-EA1A-87EA-E3AD-316ACA340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13CEEF-1886-8898-E7F7-296A8DCAB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F0EFF7-4B5A-EADE-CEA0-B52DEB388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63C578-DF40-C307-E5CC-B5A423825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70C685-8385-5A08-E0EA-A694844B3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8F7A2E-0D42-63F7-E7E6-C1C50982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C1F820-25C8-A68C-5D80-EE2F3CE7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1D3E54-2A63-CF04-860C-F119F582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15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0A520-109D-3EB9-0605-979CE771A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0B6BB0-7F5B-576E-B58E-A88B762DA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9E6974-6C6C-FE74-3398-7CC10B43D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B99A8F-4883-3EF2-A655-B5A95B97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43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55F741-0251-75FE-BFA3-0FF406ECC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E81D1D-5E1C-FFAC-CF35-00C4A5105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0852EA-E16B-83C2-AA90-D4A4ECA2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07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F96DF-5605-3DA1-0D47-B79D1F8BE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628E7E-3C04-CED0-185F-4D84664A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9284ED-744A-381B-100C-C843C850F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C1C80A-6E94-8FE9-3736-62D92346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90BF93-A688-DC5B-15D9-F11A2431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0243C5-766F-D5DC-7B20-CF5A8FA2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94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0C9C7-F91A-C685-961E-5103A9DC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39BE2C-E0C0-452C-3151-63119DFE0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C48627-5354-AB41-700F-084F2077C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2D487F-A7C0-018A-76A3-19851D9AE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3569EA-17D2-D6A3-0A6A-6D2D234D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B3FB97-4DB3-C4C6-E50D-D42CC884F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81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C3398-A2B9-A72F-B2DF-07AA695E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4C65E7-F891-9762-3999-B63B955AD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819842-4F01-8C9E-E723-FB81EC96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D73F3C-1D3A-4C10-E431-CA9911F0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D6F390-C26E-2CB2-3953-0FCFCFD4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82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61C6AE4-EF60-6DE0-2AE4-5C978125A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D50355-4D80-F070-4961-524FBBE53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76A995-9397-A29B-CF42-B2D389FD1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32D99A-1590-B903-E22B-8FC02215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188A13-3EF1-E90C-57A5-4F95D92C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97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2D32D2-1B80-88A4-9C3C-C175A92A2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8D4494-B962-875C-4D44-F04101F3E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D5A02-25A2-1183-1353-AC3BA55DD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77734-0A24-4D90-8BB2-61D11DA2F6F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794BD8-4BA5-87A2-AF44-E4DEC0E43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A44D49-F5D8-B885-F5E4-56319BEE0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B5F21-EA07-4E90-834D-19A67BF87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721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6808D0-CFFB-9566-569F-70E1B74FB4E4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Slide One Title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40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C47C69-5A46-0279-91F5-D0CE0A2D1EED}"/>
              </a:ext>
            </a:extLst>
          </p:cNvPr>
          <p:cNvSpPr txBox="1"/>
          <p:nvPr/>
        </p:nvSpPr>
        <p:spPr>
          <a:xfrm>
            <a:off x="635000" y="635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Bullet A</a:t>
            </a:r>
          </a:p>
          <a:p>
            <a:r>
              <a:rPr lang="en-US" altLang="zh-CN"/>
              <a:t>Bullet B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18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宽屏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HB127801@365mak.com</dc:creator>
  <cp:lastModifiedBy>HB127801@365mak.com</cp:lastModifiedBy>
  <cp:revision>1</cp:revision>
  <dcterms:created xsi:type="dcterms:W3CDTF">2026-09-16T10:43:49Z</dcterms:created>
  <dcterms:modified xsi:type="dcterms:W3CDTF">2026-09-16T10:43:49Z</dcterms:modified>
</cp:coreProperties>
</file>